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51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7D1E9-1A9B-4775-8C2A-D52839723C26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AC11A-77A9-4EF9-9E44-6C65F92026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4038600"/>
                <a:gridCol w="990600"/>
                <a:gridCol w="1066800"/>
              </a:tblGrid>
              <a:tr h="575109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Specification</a:t>
                      </a:r>
                      <a:endParaRPr lang="en-US" sz="1800" b="1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Documents</a:t>
                      </a:r>
                      <a:endParaRPr lang="en-US" sz="1800" b="1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Clients</a:t>
                      </a:r>
                      <a:br>
                        <a:rPr lang="en-US" sz="1800" b="1" dirty="0"/>
                      </a:br>
                      <a:endParaRPr lang="en-US" sz="1800" b="1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Owner</a:t>
                      </a:r>
                      <a:endParaRPr lang="en-US" sz="1800" b="1" dirty="0"/>
                    </a:p>
                  </a:txBody>
                  <a:tcPr marL="5264" marR="5264" marT="5264" marB="5264"/>
                </a:tc>
              </a:tr>
              <a:tr h="113939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Core SPIR-V</a:t>
                      </a: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specs/SPIRV</a:t>
                      </a:r>
                      <a:r>
                        <a:rPr lang="en-US" sz="1800" dirty="0" smtClean="0"/>
                        <a:t>.{</a:t>
                      </a:r>
                      <a:r>
                        <a:rPr lang="en-US" sz="1800" dirty="0" err="1" smtClean="0"/>
                        <a:t>html,pdf</a:t>
                      </a:r>
                      <a:r>
                        <a:rPr lang="en-US" sz="1800" dirty="0" smtClean="0"/>
                        <a:t>}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 smtClean="0"/>
                        <a:t>headers/spirv</a:t>
                      </a:r>
                      <a:r>
                        <a:rPr lang="en-US" sz="1800" dirty="0"/>
                        <a:t>.*</a:t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Vulkan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/>
                        <a:t>OpenGL</a:t>
                      </a:r>
                      <a:br>
                        <a:rPr lang="en-US" sz="1800" dirty="0"/>
                      </a:br>
                      <a:r>
                        <a:rPr lang="en-US" sz="1800" dirty="0" err="1"/>
                        <a:t>OpenCL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SPIR-V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Vulkan</a:t>
                      </a:r>
                      <a:r>
                        <a:rPr lang="en-US" sz="1800" dirty="0" smtClean="0"/>
                        <a:t> environment</a:t>
                      </a:r>
                      <a:br>
                        <a:rPr lang="en-US" sz="1800" dirty="0" smtClean="0"/>
                      </a:br>
                      <a:r>
                        <a:rPr lang="en-US" sz="1800" dirty="0" smtClean="0"/>
                        <a:t/>
                      </a:r>
                      <a:br>
                        <a:rPr lang="en-US" sz="1800" dirty="0" smtClean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Vulkan</a:t>
                      </a:r>
                      <a:r>
                        <a:rPr lang="en-US" sz="1800" dirty="0" smtClean="0"/>
                        <a:t> API</a:t>
                      </a: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Vulkan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Vulkan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lang="en-US" sz="1800" dirty="0"/>
                        <a:t>GLSL extended instruction set</a:t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specs/GLSL.std.450</a:t>
                      </a:r>
                      <a:r>
                        <a:rPr lang="en-US" sz="1800" dirty="0" smtClean="0"/>
                        <a:t>.{</a:t>
                      </a:r>
                      <a:r>
                        <a:rPr lang="en-US" sz="1800" dirty="0" err="1" smtClean="0"/>
                        <a:t>html,pdf</a:t>
                      </a:r>
                      <a:r>
                        <a:rPr lang="en-US" sz="1800" dirty="0" smtClean="0"/>
                        <a:t>}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 smtClean="0"/>
                        <a:t>headers/GLSL.std.450.h</a:t>
                      </a: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Vulkan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/>
                        <a:t>OpenGL</a:t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Vulkan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lang="en-US" sz="1800" dirty="0" err="1"/>
                        <a:t>OpenCL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smtClean="0"/>
                        <a:t>environment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OpenCL</a:t>
                      </a:r>
                      <a:r>
                        <a:rPr lang="en-US" sz="1800" baseline="0" dirty="0" smtClean="0"/>
                        <a:t> API</a:t>
                      </a: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OpenCL</a:t>
                      </a:r>
                      <a:br>
                        <a:rPr lang="en-US" sz="1800"/>
                      </a:br>
                      <a:endParaRPr lang="en-US" sz="180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OpenCL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lang="en-US" sz="1800" dirty="0" err="1"/>
                        <a:t>OpenCL</a:t>
                      </a:r>
                      <a:r>
                        <a:rPr lang="en-US" sz="1800" dirty="0"/>
                        <a:t> extended instructions</a:t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specs/OpenCL.std</a:t>
                      </a:r>
                      <a:r>
                        <a:rPr lang="en-US" sz="1800" dirty="0" smtClean="0"/>
                        <a:t>.{</a:t>
                      </a:r>
                      <a:r>
                        <a:rPr lang="en-US" sz="1800" dirty="0" err="1" smtClean="0"/>
                        <a:t>html,pdf</a:t>
                      </a:r>
                      <a:r>
                        <a:rPr lang="en-US" sz="1800" dirty="0" smtClean="0"/>
                        <a:t>}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/>
                        <a:t>headers/</a:t>
                      </a:r>
                      <a:r>
                        <a:rPr lang="en-US" sz="1800" dirty="0" err="1"/>
                        <a:t>OpenCLLib.h</a:t>
                      </a: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OpenCL</a:t>
                      </a:r>
                      <a:br>
                        <a:rPr lang="en-US" sz="1800"/>
                      </a:br>
                      <a:endParaRPr lang="en-US" sz="180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OpenCL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lang="en-US" sz="1800" dirty="0"/>
                        <a:t>Memory Model</a:t>
                      </a:r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memorymodel</a:t>
                      </a:r>
                      <a:r>
                        <a:rPr lang="en-US" sz="1800" dirty="0" smtClean="0"/>
                        <a:t>/</a:t>
                      </a:r>
                      <a:br>
                        <a:rPr lang="en-US" sz="1800" dirty="0" smtClean="0"/>
                      </a:br>
                      <a:r>
                        <a:rPr lang="en-US" sz="1800" dirty="0" smtClean="0"/>
                        <a:t>SPIR-V-memory-model.doc</a:t>
                      </a: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SPIR-V</a:t>
                      </a:r>
                      <a:br>
                        <a:rPr lang="en-US" sz="1800"/>
                      </a:br>
                      <a:endParaRPr lang="en-US" sz="180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SPIR-V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lang="en-US" sz="1800" dirty="0" err="1"/>
                        <a:t>GL_KHR_vulkan_glsl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r>
                        <a:rPr lang="en-US" sz="1800" dirty="0" smtClean="0"/>
                        <a:t>GLSL </a:t>
                      </a:r>
                      <a:r>
                        <a:rPr lang="en-US" sz="1800" dirty="0"/>
                        <a:t>support for </a:t>
                      </a:r>
                      <a:r>
                        <a:rPr lang="en-US" sz="1800" dirty="0" err="1" smtClean="0"/>
                        <a:t>Vulkan</a:t>
                      </a:r>
                      <a:r>
                        <a:rPr lang="en-US" sz="1800" dirty="0" smtClean="0"/>
                        <a:t>/SPIR-V</a:t>
                      </a:r>
                      <a:r>
                        <a:rPr lang="en-US" sz="1800" dirty="0"/>
                        <a:t/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GLSL/GL_KHR_vulkan_glsl.txt</a:t>
                      </a:r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Vulkan</a:t>
                      </a:r>
                      <a:endParaRPr lang="en-US" sz="1800" dirty="0" smtClean="0"/>
                    </a:p>
                    <a:p>
                      <a:r>
                        <a:rPr lang="en-US" sz="1800" dirty="0" smtClean="0"/>
                        <a:t>OpenGL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rgbClr val="FF0000"/>
                          </a:solidFill>
                        </a:rPr>
                      </a:b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5264" marR="5264" marT="5264" marB="5264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Vulkan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5264" marR="5264" marT="5264" marB="5264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Simplifying Schedule Interaction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229600" cy="40687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frozen SPIR-V can be extended and restricted by an API:</a:t>
            </a:r>
          </a:p>
          <a:p>
            <a:pPr lvl="1"/>
            <a:r>
              <a:rPr lang="en-US" sz="2400" dirty="0" smtClean="0"/>
              <a:t>Extend:   Add an extension to SPIR-V</a:t>
            </a:r>
          </a:p>
          <a:p>
            <a:pPr lvl="1"/>
            <a:r>
              <a:rPr lang="en-US" sz="2400" dirty="0" smtClean="0"/>
              <a:t>Restrict:  Environment specification subsets SPIR-V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Vulkan</a:t>
            </a:r>
            <a:r>
              <a:rPr lang="en-US" sz="2400" dirty="0" smtClean="0"/>
              <a:t>-desired extensions and environment are on the </a:t>
            </a:r>
            <a:r>
              <a:rPr lang="en-US" sz="2400" dirty="0" err="1" smtClean="0"/>
              <a:t>Vulkan</a:t>
            </a:r>
            <a:r>
              <a:rPr lang="en-US" sz="2400" dirty="0" smtClean="0"/>
              <a:t> schedule and ratification process.</a:t>
            </a:r>
          </a:p>
          <a:p>
            <a:r>
              <a:rPr lang="en-US" sz="2400" dirty="0" smtClean="0"/>
              <a:t>Still desirable that when schedules are synchronized, all core </a:t>
            </a:r>
            <a:r>
              <a:rPr lang="en-US" sz="2400" dirty="0" err="1" smtClean="0"/>
              <a:t>Vulkan</a:t>
            </a:r>
            <a:r>
              <a:rPr lang="en-US" sz="2400" dirty="0" smtClean="0"/>
              <a:t> features are in core SPIR-V.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What are the </a:t>
            </a:r>
            <a:r>
              <a:rPr lang="en-US" sz="2400" dirty="0" err="1" smtClean="0">
                <a:solidFill>
                  <a:srgbClr val="FF0000"/>
                </a:solidFill>
              </a:rPr>
              <a:t>Vulkan</a:t>
            </a:r>
            <a:r>
              <a:rPr lang="en-US" sz="2400" dirty="0" smtClean="0">
                <a:solidFill>
                  <a:srgbClr val="FF0000"/>
                </a:solidFill>
              </a:rPr>
              <a:t> and SPIR-V schedules?</a:t>
            </a:r>
          </a:p>
          <a:p>
            <a:pPr>
              <a:buNone/>
            </a:pP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5181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(Asynchronous scheduling works)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3225</TotalTime>
  <Words>71</Words>
  <Application>Microsoft Office PowerPoint</Application>
  <PresentationFormat>On-screen Show (4:3)</PresentationFormat>
  <Paragraphs>42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Simplifying Schedule Interaction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johnk</dc:creator>
  <cp:lastModifiedBy>johnk</cp:lastModifiedBy>
  <cp:revision>16</cp:revision>
  <dcterms:created xsi:type="dcterms:W3CDTF">2015-08-25T08:47:14Z</dcterms:created>
  <dcterms:modified xsi:type="dcterms:W3CDTF">2015-08-27T14:32:25Z</dcterms:modified>
</cp:coreProperties>
</file>